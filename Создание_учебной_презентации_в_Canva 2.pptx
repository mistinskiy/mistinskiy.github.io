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4027" y="11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9015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unsplash.com/?utm_source=slidepoint&amp;utm_medium=referral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unsplash.com/?utm_source=slidepoint&amp;utm_medium=referral" TargetMode="Externa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hyperlink" Target="https://unsplash.com/?utm_source=slidepoint&amp;utm_medium=referral" TargetMode="Externa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unsplash.com/?utm_source=slidepoint&amp;utm_medium=referral" TargetMode="Externa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unsplash.com/?utm_source=slidepoint&amp;utm_medium=referral" TargetMode="External"/><Relationship Id="rId5" Type="http://schemas.openxmlformats.org/officeDocument/2006/relationships/hyperlink" Target="https://unsplash.com/@rubaitulazad?utm_source=slidepoint&amp;utm_medium=referral" TargetMode="Externa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7218" y="498764"/>
            <a:ext cx="4804756" cy="480475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1273" y="4156364"/>
            <a:ext cx="7481455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u="sng" dirty="0">
                <a:solidFill>
                  <a:srgbClr val="0000EE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831273" y="1248987"/>
            <a:ext cx="5985164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Тема презентации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831273" y="2327564"/>
            <a:ext cx="5818909" cy="1679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«Создание учебной презентации в Canva»</a:t>
            </a:r>
            <a:endParaRPr lang="en-US" sz="140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«Мастер-класс: инструменты цифровой образовательной среды»</a:t>
            </a:r>
            <a:endParaRPr lang="en-US" sz="140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Сегодня я покажу инструмент цифровой образовательной среды — сервис Canva. Это онлайн-платформа, которая позволяет быстро создавать презентации, постеры и другие визуальные материалы.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611" y="18947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54727" y="417715"/>
            <a:ext cx="10141528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Проблема традиционных презентаций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54727" y="1662545"/>
            <a:ext cx="6650182" cy="11804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Проблема обычных презентаций</a:t>
            </a:r>
            <a:endParaRPr lang="en-US" sz="140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— однообразный дизайн</a:t>
            </a:r>
            <a:endParaRPr lang="en-US" sz="140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— много времени на оформление</a:t>
            </a:r>
            <a:endParaRPr lang="en-US" sz="140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— сложно сделать красиво</a:t>
            </a:r>
            <a:endParaRPr lang="en-US" sz="140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Многие студенты делают презентации в обычных редакторах, из-за чего они часто выглядят однообразно и не очень удобно читаются.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454727" y="2909455"/>
            <a:ext cx="6650182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Создание красивого дизайна вручную требует времени.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454727" y="3740727"/>
            <a:ext cx="6650182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Кроме того, стандартные инструменты не всегда предлагают достаточно возможностей для создания интерактивных элементов и визуализации данных.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764" y="415636"/>
            <a:ext cx="3308465" cy="605166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696691" y="5818909"/>
            <a:ext cx="7481455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u="sng" dirty="0">
                <a:solidFill>
                  <a:srgbClr val="0000EE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4696691" y="1082733"/>
            <a:ext cx="5985164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Решение с помощью Canva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4696691" y="2078182"/>
            <a:ext cx="5818909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Canva как решение</a:t>
            </a:r>
            <a:endParaRPr lang="en-US" sz="140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— готовые шаблоны</a:t>
            </a:r>
            <a:endParaRPr lang="en-US" sz="140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— быстрый дизайн</a:t>
            </a:r>
            <a:endParaRPr lang="en-US" sz="140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— удобный интерфейс</a:t>
            </a:r>
            <a:endParaRPr lang="en-US" sz="140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Одним из решений является использование Canva.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4696691" y="3740727"/>
            <a:ext cx="5818909" cy="1679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Этот сервис содержит готовые шаблоны, которые позволяют создать презентацию всего за несколько минут. В Canva можно настроить каждый шаблон под свои нужды, используя широкие возможности по редактированию элементов. Сервис предлагает обширную библиотеку изображений, иконок и других графических элементов.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54727" y="750224"/>
            <a:ext cx="10141528" cy="581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Что такое Canva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54727" y="2078182"/>
            <a:ext cx="9975273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Canva — онлайн-конструктор дизайна</a:t>
            </a:r>
            <a:endParaRPr lang="en-US" sz="140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— презентации</a:t>
            </a:r>
            <a:endParaRPr lang="en-US" sz="140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— инфографика</a:t>
            </a:r>
            <a:endParaRPr lang="en-US" sz="140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— постеры</a:t>
            </a:r>
            <a:endParaRPr lang="en-US" sz="140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— учебные материалы</a:t>
            </a:r>
            <a:endParaRPr lang="en-US" sz="140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Canva — это онлайн-конструктор дизайна. Он используется для создания презентаций, инфографики, постеров и других учебных материалов.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454727" y="3241964"/>
            <a:ext cx="9975273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Canva позволяет легко работать с шаблонами и интегрировать изображения и видео, что делает процесс создания дизайна более творческим и интуитивно понятным. Платформа также поддерживает совместную работу над проектами в реальном времени.</a:t>
            </a:r>
            <a:endParaRPr lang="en-US" sz="14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E31E03E-0A38-855B-3B54-7BE70C4C5C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4611" y="154441"/>
            <a:ext cx="5855368" cy="254517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764" y="415636"/>
            <a:ext cx="3308465" cy="605166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696691" y="5818909"/>
            <a:ext cx="7481455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u="sng" dirty="0">
                <a:solidFill>
                  <a:srgbClr val="0000EE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4696691" y="1082733"/>
            <a:ext cx="5985164" cy="5818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Интерфейс Canva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4696691" y="2078182"/>
            <a:ext cx="5818909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Интерфейс Canva</a:t>
            </a:r>
            <a:endParaRPr lang="en-US" sz="140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— главная страница</a:t>
            </a:r>
            <a:endParaRPr lang="en-US" sz="140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— проекты</a:t>
            </a:r>
            <a:endParaRPr lang="en-US" sz="140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— поиск шаблонов</a:t>
            </a:r>
            <a:endParaRPr lang="en-US" sz="140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— создание дизайна</a:t>
            </a:r>
            <a:endParaRPr lang="en-US" sz="140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После входа в сервис пользователь видит главную страницу.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4696691" y="3740727"/>
            <a:ext cx="5818909" cy="1679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Здесь можно открыть проекты, найти шаблоны и создать новый дизайн. На главной странице также доступны рекомендации по использованию инструментов Canva и популярные шаблоны для быстрого старта. Пользователь может настроить интерфейс под свои предпочтения и сохранить часто используемые шаблоны для дальнейшего применения.</a:t>
            </a:r>
            <a:endParaRPr lang="en-US" sz="14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E362E10-A2A7-AA4B-7927-04299EB631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764" y="318111"/>
            <a:ext cx="3308465" cy="612425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46909" y="417715"/>
            <a:ext cx="10141527" cy="5818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Шаблоны в Canva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246909" y="1662545"/>
            <a:ext cx="9144000" cy="68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Шаблоны Canva</a:t>
            </a:r>
            <a:endParaRPr lang="en-US" sz="140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— готовые дизайны</a:t>
            </a:r>
            <a:endParaRPr lang="en-US" sz="140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— разные темы</a:t>
            </a:r>
            <a:endParaRPr lang="en-US" sz="140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— экономия времени</a:t>
            </a:r>
            <a:endParaRPr lang="en-US" sz="140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В Canva есть большое количество готовых шаблонов презентаций.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246909" y="4156364"/>
            <a:ext cx="4156364" cy="68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Достаточно выбрать подходящий шаблон и заменить текст на свой.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065818" y="4156364"/>
            <a:ext cx="4156364" cy="21779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Шаблоны Canva легко адаптируются под разные устройства, что позволяет использовать готовые дизайны как на компьютере, так и на мобильных устройствах. Кроме того, в Canva можно вносить изменения в оформление шаблонов, добавляя собственные элементы дизайна.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498764"/>
            <a:ext cx="4680065" cy="605166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1273" y="5818909"/>
            <a:ext cx="7481455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u="sng" dirty="0">
                <a:solidFill>
                  <a:srgbClr val="0000EE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831273" y="1082733"/>
            <a:ext cx="5985164" cy="5818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Создание презентации в Canva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831273" y="2078182"/>
            <a:ext cx="5818909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Как создать презентацию</a:t>
            </a:r>
            <a:endParaRPr lang="en-US" sz="140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1. нажать «Создать дизайн»</a:t>
            </a:r>
            <a:endParaRPr lang="en-US" sz="140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2.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831273" y="3740727"/>
            <a:ext cx="5818909" cy="1928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выбрать «Презентация»</a:t>
            </a:r>
            <a:endParaRPr lang="en-US" sz="140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3. выбрать шаблон</a:t>
            </a:r>
            <a:endParaRPr lang="en-US" sz="140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4. изменить текст</a:t>
            </a:r>
            <a:endParaRPr lang="en-US" sz="140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Чтобы создать презентацию нужно нажать «Создать дизайн», выбрать презентацию, затем выбрать шаблон и отредактировать текст и изображения. Добавьте нужные вам иллюстрации или другие визуальные элементы, настройте оформление по своему вкусу. Сохраните презентацию перед завершением работы.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54727" y="417715"/>
            <a:ext cx="10141528" cy="581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Редактирование слайдов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54727" y="1662545"/>
            <a:ext cx="4156364" cy="1679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Редактирование слайдов</a:t>
            </a:r>
            <a:endParaRPr lang="en-US" sz="140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— добавление текста</a:t>
            </a:r>
            <a:endParaRPr lang="en-US" sz="140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— изображения</a:t>
            </a:r>
            <a:endParaRPr lang="en-US" sz="140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— иконки</a:t>
            </a:r>
            <a:endParaRPr lang="en-US" sz="140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— элементы дизайна</a:t>
            </a:r>
            <a:endParaRPr lang="en-US" sz="140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В редакторе можно добавлять текст, изображения, иконки и другие элементы. Интерфейс работает по принципу перетаскивания элементов.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858000" y="1662545"/>
            <a:ext cx="4156364" cy="1429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Вы можете изменять размеры и расположение добавленных элементов для достижения нужного визуального эффекта. Также доступна функция добавления анимаций для элементов.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4455" y="415636"/>
            <a:ext cx="3308465" cy="605166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1273" y="5818909"/>
            <a:ext cx="7481455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</a:rPr>
              <a:t>Автор фото: </a:t>
            </a:r>
            <a:r>
              <a:rPr lang="en-US" sz="1400" u="sng" dirty="0">
                <a:solidFill>
                  <a:srgbClr val="0000EE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Rubaitul Azad </a:t>
            </a:r>
            <a:r>
              <a:rPr lang="en-US" sz="1400" dirty="0">
                <a:solidFill>
                  <a:srgbClr val="000000"/>
                </a:solidFill>
              </a:rPr>
              <a:t>на </a:t>
            </a:r>
            <a:r>
              <a:rPr lang="en-US" sz="1400" u="sng" dirty="0">
                <a:solidFill>
                  <a:srgbClr val="0000EE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Unsplash 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831273" y="1082733"/>
            <a:ext cx="5985164" cy="581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Преимущества использования Canva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831273" y="2078182"/>
            <a:ext cx="5818909" cy="1429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Преимущества Canva</a:t>
            </a:r>
            <a:endParaRPr lang="en-US" sz="140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— простой интерфейс</a:t>
            </a:r>
            <a:endParaRPr lang="en-US" sz="140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— много шаблонов</a:t>
            </a:r>
            <a:endParaRPr lang="en-US" sz="140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— быстрое создание презентаций</a:t>
            </a:r>
            <a:endParaRPr lang="en-US" sz="140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— доступ через интернет</a:t>
            </a:r>
            <a:endParaRPr lang="en-US" sz="140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Основные преимущества Canva — простой интерфейс, большое количество шаблонов и возможность быстро создать презентацию.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831273" y="3507971"/>
            <a:ext cx="5818909" cy="68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Также в Canva можно легко редактировать графические элементы и добавлять разнообразные визуальные эффекты.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831273" y="3740727"/>
            <a:ext cx="5818909" cy="68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Сервис предлагает широкие возможности для создания контента в различных стилях.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6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46909" y="417715"/>
            <a:ext cx="10141527" cy="581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Вывод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246909" y="1662545"/>
            <a:ext cx="9144000" cy="68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Canva — удобный инструмент для учёбы</a:t>
            </a:r>
            <a:endParaRPr lang="en-US" sz="140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Таким образом, Canva является удобным инструментом для создания учебных презентаций.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246909" y="4156364"/>
            <a:ext cx="4156364" cy="1928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Использование готовых шаблонов позволяет быстро подготовить качественный материал для докладов и проектов. Помимо этого, Canva предоставляет широкие возможности для редактирования графики и создания инфографики, что делает учебный материал более наглядным и интересным.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065818" y="4156364"/>
            <a:ext cx="4156364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Также в программе можно легко работать в команде, что удобно при совместных проектах и групповых заданиях.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D410EC-B8EF-4723-8FAE-12B7AF20B69F}"/>
              </a:ext>
            </a:extLst>
          </p:cNvPr>
          <p:cNvSpPr txBox="1"/>
          <p:nvPr/>
        </p:nvSpPr>
        <p:spPr>
          <a:xfrm>
            <a:off x="505968" y="424636"/>
            <a:ext cx="76748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Вопросы: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4FDE00-244B-4A30-A41B-FD7C97D108A1}"/>
              </a:ext>
            </a:extLst>
          </p:cNvPr>
          <p:cNvSpPr txBox="1"/>
          <p:nvPr/>
        </p:nvSpPr>
        <p:spPr>
          <a:xfrm>
            <a:off x="505968" y="2691443"/>
            <a:ext cx="7851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effectLst/>
                <a:latin typeface="Roboto" panose="02000000000000000000" pitchFamily="2" charset="0"/>
              </a:rPr>
              <a:t>2. </a:t>
            </a:r>
            <a:r>
              <a:rPr lang="ru-RU" b="0" i="0" dirty="0">
                <a:effectLst/>
                <a:latin typeface="Roboto" panose="02000000000000000000" pitchFamily="2" charset="0"/>
              </a:rPr>
              <a:t>Какие возможности редактирования предоставляет </a:t>
            </a:r>
            <a:r>
              <a:rPr lang="ru-RU" b="0" i="0" dirty="0" err="1">
                <a:effectLst/>
                <a:latin typeface="Roboto" panose="02000000000000000000" pitchFamily="2" charset="0"/>
              </a:rPr>
              <a:t>Gamma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25B8FB-BF7F-4814-92E2-8D665800EF7E}"/>
              </a:ext>
            </a:extLst>
          </p:cNvPr>
          <p:cNvSpPr txBox="1"/>
          <p:nvPr/>
        </p:nvSpPr>
        <p:spPr>
          <a:xfrm>
            <a:off x="505968" y="1621536"/>
            <a:ext cx="7674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0" i="0" dirty="0">
                <a:effectLst/>
                <a:latin typeface="Roboto" panose="02000000000000000000" pitchFamily="2" charset="0"/>
              </a:rPr>
              <a:t>1</a:t>
            </a:r>
            <a:r>
              <a:rPr lang="en-US" b="0" i="0" dirty="0">
                <a:effectLst/>
                <a:latin typeface="Roboto" panose="02000000000000000000" pitchFamily="2" charset="0"/>
              </a:rPr>
              <a:t>. </a:t>
            </a:r>
            <a:r>
              <a:rPr lang="ru-RU" b="0" i="0" dirty="0">
                <a:effectLst/>
                <a:latin typeface="Roboto" panose="02000000000000000000" pitchFamily="2" charset="0"/>
              </a:rPr>
              <a:t>Что такое сервис </a:t>
            </a:r>
            <a:r>
              <a:rPr lang="ru-RU" b="0" i="0" dirty="0" err="1">
                <a:effectLst/>
                <a:latin typeface="Roboto" panose="02000000000000000000" pitchFamily="2" charset="0"/>
              </a:rPr>
              <a:t>Gamma</a:t>
            </a:r>
            <a:r>
              <a:rPr lang="ru-RU" b="0" i="0" dirty="0">
                <a:effectLst/>
                <a:latin typeface="Roboto" panose="02000000000000000000" pitchFamily="2" charset="0"/>
              </a:rPr>
              <a:t> и для чего он используется?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BABF74-9C24-4896-9F45-731A874103C9}"/>
              </a:ext>
            </a:extLst>
          </p:cNvPr>
          <p:cNvSpPr txBox="1"/>
          <p:nvPr/>
        </p:nvSpPr>
        <p:spPr>
          <a:xfrm>
            <a:off x="536448" y="3711643"/>
            <a:ext cx="67299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effectLst/>
                <a:latin typeface="Roboto" panose="02000000000000000000" pitchFamily="2" charset="0"/>
              </a:rPr>
              <a:t>3. </a:t>
            </a:r>
            <a:r>
              <a:rPr lang="ru-RU" b="0" i="0" dirty="0">
                <a:effectLst/>
                <a:latin typeface="Roboto" panose="02000000000000000000" pitchFamily="2" charset="0"/>
              </a:rPr>
              <a:t>Какие преимущества использования </a:t>
            </a:r>
            <a:r>
              <a:rPr lang="ru-RU" b="0" i="0" dirty="0" err="1">
                <a:effectLst/>
                <a:latin typeface="Roboto" panose="02000000000000000000" pitchFamily="2" charset="0"/>
              </a:rPr>
              <a:t>Gamma</a:t>
            </a:r>
            <a:r>
              <a:rPr lang="ru-RU" b="0" i="0" dirty="0">
                <a:effectLst/>
                <a:latin typeface="Roboto" panose="02000000000000000000" pitchFamily="2" charset="0"/>
              </a:rPr>
              <a:t> по сравнению с обычными редакторами презентаций?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22D9E7-6CE1-42C9-9096-B9DA56891326}"/>
              </a:ext>
            </a:extLst>
          </p:cNvPr>
          <p:cNvSpPr txBox="1"/>
          <p:nvPr/>
        </p:nvSpPr>
        <p:spPr>
          <a:xfrm>
            <a:off x="536448" y="5056581"/>
            <a:ext cx="7266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oboto" panose="02000000000000000000" pitchFamily="2" charset="0"/>
              </a:rPr>
              <a:t>4. </a:t>
            </a:r>
            <a:r>
              <a:rPr lang="ru-RU" b="0" i="0" dirty="0">
                <a:effectLst/>
                <a:latin typeface="Roboto" panose="02000000000000000000" pitchFamily="2" charset="0"/>
              </a:rPr>
              <a:t>Как можно использовать </a:t>
            </a:r>
            <a:r>
              <a:rPr lang="ru-RU" b="0" i="0" dirty="0" err="1">
                <a:effectLst/>
                <a:latin typeface="Roboto" panose="02000000000000000000" pitchFamily="2" charset="0"/>
              </a:rPr>
              <a:t>Gamma</a:t>
            </a:r>
            <a:r>
              <a:rPr lang="ru-RU" b="0" i="0" dirty="0">
                <a:effectLst/>
                <a:latin typeface="Roboto" panose="02000000000000000000" pitchFamily="2" charset="0"/>
              </a:rPr>
              <a:t> в учебной деятельности? </a:t>
            </a:r>
            <a:br>
              <a:rPr lang="ru-RU" dirty="0"/>
            </a:br>
            <a:endParaRPr lang="ru-RU" dirty="0"/>
          </a:p>
        </p:txBody>
      </p:sp>
      <p:pic>
        <p:nvPicPr>
          <p:cNvPr id="1026" name="Picture 2" descr="Приём педагогической техники ЗАДАЙ ВОПРОС — Дидактор">
            <a:extLst>
              <a:ext uri="{FF2B5EF4-FFF2-40B4-BE49-F238E27FC236}">
                <a16:creationId xmlns:a16="http://schemas.microsoft.com/office/drawing/2014/main" id="{B397BAE5-F141-414C-A45E-729EFDE398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2880" y="424636"/>
            <a:ext cx="3883152" cy="5272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14223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46909" y="2080260"/>
            <a:ext cx="10141527" cy="7813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0000"/>
                </a:solidFill>
              </a:rPr>
              <a:t>Спасибо за внимание!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1246909" y="3325091"/>
            <a:ext cx="9975273" cy="11804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Спасибо за внимание. В этой презентации мы рассмотрели основные проблемы традиционных презентаций и предложили решение с помощью Canva. Мы изучили интерфейс платформы, шаблоны и процесс создания и редактирования презентаций, а также обсудили преимущества использования Canva для подготовки визуальных материалов.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759</Words>
  <Application>Microsoft Office PowerPoint</Application>
  <PresentationFormat>Широкоэкранный</PresentationFormat>
  <Paragraphs>96</Paragraphs>
  <Slides>12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Calibri</vt:lpstr>
      <vt:lpstr>Roboto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Student 211</cp:lastModifiedBy>
  <cp:revision>3</cp:revision>
  <dcterms:created xsi:type="dcterms:W3CDTF">2026-03-12T11:35:53Z</dcterms:created>
  <dcterms:modified xsi:type="dcterms:W3CDTF">2026-03-12T12:22:36Z</dcterms:modified>
</cp:coreProperties>
</file>